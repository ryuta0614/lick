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731520"/>
            <a:ext cx="8046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09728" cy="365760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月次ECレポート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楽天市場 売上分析レポート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6400800" cy="228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顧客：株式会社マクロジ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作成：マクロジ ECコンサルティング部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0" y="49469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サマリー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274320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77240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売上合計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¥5,264,311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7432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-31.2%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777240"/>
            <a:ext cx="274320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777240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注文件数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419件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15468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-29.9%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777240"/>
            <a:ext cx="274320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777240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23,174人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03504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-21.2%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606040"/>
            <a:ext cx="2743200" cy="141732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74320" y="3410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-11.1%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54680" y="2606040"/>
            <a:ext cx="2743200" cy="141732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客単価(AOV)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5468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¥12,563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154680" y="3410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-1.8%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606040"/>
            <a:ext cx="2743200" cy="141732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前月売上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¥7,653,026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35040" y="3410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2026年6月実績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114800"/>
            <a:ext cx="73152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売上変化：¥-2,388,715　主因：アクセス急減（前月比-21.2%）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前年比アクセス：-17.0%　TOP3商品集中度：52.8%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KPIダッシュボード｜前月比較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680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76809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768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76809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9480" y="768096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17043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21615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売上合計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121615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¥5,264,311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21615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¥7,653,026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216152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121615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要対応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859536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8745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注文件数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18745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18745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598件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1874520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-29.9%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69480" y="187452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要対応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48716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5328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客単価(AOV)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71800" y="253288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¥12,563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25328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¥12,797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532888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9480" y="253288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安定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145536"/>
            <a:ext cx="859536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71800" y="319125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23,174人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319125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29,406人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3191256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69480" y="3191256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主因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80390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8496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71800" y="384962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17720" y="38496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3849624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-11.1%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9480" y="3849624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微減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売上分解｜アクセス × CVR × 客単価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 = アクセス × CVR × 客単価（AOV）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344168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344168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996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8105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23,174人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7432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743200" cy="228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072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主因 ▶ 広告・SEO対策が急務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54680" y="1344168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344168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4996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18105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1546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-11.1%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154680" y="2743200"/>
            <a:ext cx="2743200" cy="228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8072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ページ改善で補完を検討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1344168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344168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4996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客単価(AOV)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18105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¥12,563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03504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0" y="2743200"/>
            <a:ext cx="2743200" cy="228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8072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商品構成の見直しを検討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2608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80644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SKU別売上ランキング TOP7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5895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7589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758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81728" y="75895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53328" y="75895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76288" y="7589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26680" y="75895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66760" y="7589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11556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179576"/>
            <a:ext cx="347472" cy="347472"/>
          </a:xfrm>
          <a:prstGeom prst="rect">
            <a:avLst/>
          </a:prstGeom>
          <a:solidFill>
            <a:srgbClr val="C0A020"/>
          </a:solidFill>
          <a:ln w="12700">
            <a:solidFill>
              <a:srgbClr val="C0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すのこベッド（シングル）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11704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¥1,098,680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53328" y="11704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76288" y="11704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1170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66760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¥14,847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1618488"/>
            <a:ext cx="859536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1682496"/>
            <a:ext cx="347472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682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1673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ペットドライヤーハウス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16733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mc-0006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81728" y="16733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¥984,410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53328" y="16733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76288" y="16733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+83.6%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26680" y="1673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16733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¥16,685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212140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2185416"/>
            <a:ext cx="347472" cy="347472"/>
          </a:xfrm>
          <a:prstGeom prst="rect">
            <a:avLst/>
          </a:prstGeom>
          <a:solidFill>
            <a:srgbClr val="A06030"/>
          </a:solidFill>
          <a:ln w="12700">
            <a:solidFill>
              <a:srgbClr val="A060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185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2176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AI搭載ペットロボットLoona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37560" y="21762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loona-h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81728" y="21762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¥693,000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53328" y="217627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76288" y="21762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+29.1%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26680" y="21762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¥99,000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2624328"/>
            <a:ext cx="859536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2688336"/>
            <a:ext cx="347472" cy="34747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688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7240" y="2679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大容量収納ベッド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37560" y="26791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yj-0002_a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81728" y="267919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¥511,780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053328" y="26791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76288" y="26791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26680" y="26791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66760" y="26791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¥12,795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31272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3191256"/>
            <a:ext cx="347472" cy="34747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7724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見守りカメラTalkMee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37560" y="31821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mc-0004-1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681728" y="31821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¥280,410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053328" y="318211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76288" y="31821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726680" y="31821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66760" y="3182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¥4,064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4320" y="3630168"/>
            <a:ext cx="859536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0040" y="3694176"/>
            <a:ext cx="347472" cy="34747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3694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77240" y="3685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テレビ台幅150cm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337560" y="36850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yj-0004_a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681728" y="36850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¥260,910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053328" y="36850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876288" y="36850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+65.5%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726680" y="36850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366760" y="36850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¥6,690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74320" y="413308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" y="4197096"/>
            <a:ext cx="347472" cy="34747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4197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77240" y="4187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機能性すのこベッド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337560" y="4187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yj-0001_b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681728" y="41879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¥256,350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053328" y="41879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876288" y="41879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-74.6%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726680" y="41879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366760" y="41879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¥9,155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FACT（事実）／HYPOTHESIS（仮説）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4160520" cy="4023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0467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FACT（データが示す事実）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234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アクセスが前月比-21.2%（-6,232人）・前年比-17.0%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737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売上が前月比-31.2%（¥-2,388,715）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240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客単価 ¥12,563（前月比-1.8%）と安定維持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743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TOP3商品で売上の52.8%を占める（集中度：中）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mc-0006（ペットドライヤーハウス）が前月比+83.6%と急成長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yj-0001_b（機能性すのこベッド）が前月比-74.6%と急落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777240"/>
            <a:ext cx="4160520" cy="4023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777240"/>
            <a:ext cx="4160520" cy="38404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80467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HYPOTHESIS（仮説・要確認）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アクセスが-21.2%と急減 → RPP広告予算の変化・モールイベント有無・SEO順位変化を確認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189280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客単価は改善しているためCVR・商品構成の悪化ではなく、集客不足が主因の可能性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優先アクション（P0 / P1）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× Confidence × Speed ÷ Effort の順で優先順位付けしています。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2499360" cy="3657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70432"/>
            <a:ext cx="249936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231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アクセス急減の原因特定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231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今週中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993392"/>
            <a:ext cx="231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RPP広告のインプレッション・CPC変化を確認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542032"/>
            <a:ext cx="231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検索キーワード順位の変化をRMSで確認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090672"/>
            <a:ext cx="231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前月イベント有無（マラソン等）を確認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48000" y="1170432"/>
            <a:ext cx="2499360" cy="3657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8000" y="1170432"/>
            <a:ext cx="249936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9440" y="1188720"/>
            <a:ext cx="231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主力TOP3の在庫リスク確認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39440" y="1664208"/>
            <a:ext cx="231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今週中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39440" y="1993392"/>
            <a:ext cx="231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yj-0003・mc-0006・loona-h の在庫日数を確認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39440" y="2542032"/>
            <a:ext cx="231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欠品リスクがあれば即座に広告を抑制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21680" y="1170432"/>
            <a:ext cx="2499360" cy="3657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1680" y="1170432"/>
            <a:ext cx="249936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3120" y="1188720"/>
            <a:ext cx="231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アクセス回復施策の実行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13120" y="1664208"/>
            <a:ext cx="231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8月末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13120" y="1993392"/>
            <a:ext cx="231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RPP広告予算の最適化（インプレッション回復）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13120" y="2542032"/>
            <a:ext cx="231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検索対策：商品名・キーワードの見直し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13120" y="3090672"/>
            <a:ext cx="231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8月イベントへの参加検討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3291840" cy="402336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来月に向けて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アクセス回復を軸に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来月の売上目標に向けた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施策を実行します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743200" cy="228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 目標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¥6,500,000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94760" y="868680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868680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896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31920" y="11612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アクセス急減の原因特定（広告ログ・SEO確認）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94760" y="1536192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1536192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5636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31920" y="18288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RPP広告の予算・配信設定を最適化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2203704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203704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2311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今月中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31920" y="2496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主力商品の在庫・欠品リスクを評価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94760" y="2871216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2871216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898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今月中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31920" y="31638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8月イベント参加の準備・商品登録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94760" y="3538728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3538728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3566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翌月初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931920" y="38313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8月度レポート・KPI振り返りMTG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2026-08-12T09:08:45Z</dcterms:created>
  <dcterms:modified xsi:type="dcterms:W3CDTF">2026-08-12T09:08:45Z</dcterms:modified>
</cp:coreProperties>
</file>